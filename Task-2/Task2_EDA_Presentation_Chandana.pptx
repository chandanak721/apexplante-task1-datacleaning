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66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Task-2: EDA &amp; Business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ApexPlanet Data Analytics Internship</a:t>
            </a:r>
          </a:p>
          <a:p>
            <a:r>
              <a:t>Chandana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Perform Exploratory Data Analysis</a:t>
            </a:r>
          </a:p>
          <a:p>
            <a:r>
              <a:rPr dirty="0"/>
              <a:t> Execute SQL business queries</a:t>
            </a:r>
          </a:p>
          <a:p>
            <a:r>
              <a:rPr dirty="0"/>
              <a:t> Identify trends &amp; insights</a:t>
            </a:r>
          </a:p>
          <a:p>
            <a:r>
              <a:rPr dirty="0"/>
              <a:t> Design dashboard mock-up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Avg Sales: 1500</a:t>
            </a:r>
          </a:p>
          <a:p>
            <a:r>
              <a:rPr dirty="0"/>
              <a:t>Avg Profit: 226</a:t>
            </a:r>
          </a:p>
          <a:p>
            <a:r>
              <a:rPr dirty="0"/>
              <a:t>Technology highest revenue</a:t>
            </a:r>
          </a:p>
          <a:p>
            <a:r>
              <a:rPr dirty="0"/>
              <a:t>East region highest profit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Business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Revenue by Category</a:t>
            </a:r>
          </a:p>
          <a:p>
            <a:r>
              <a:t>2. Profit by Region</a:t>
            </a:r>
          </a:p>
          <a:p>
            <a:r>
              <a:t>3. Monthly Sales Trend</a:t>
            </a:r>
          </a:p>
          <a:p>
            <a:r>
              <a:t>4. Avg Sales by Category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Total Revenue</a:t>
            </a:r>
          </a:p>
          <a:p>
            <a:pPr marL="0" indent="0">
              <a:buNone/>
            </a:pPr>
            <a:r>
              <a:rPr dirty="0"/>
              <a:t>• Total Profit</a:t>
            </a:r>
          </a:p>
          <a:p>
            <a:r>
              <a:rPr dirty="0"/>
              <a:t> Top Category</a:t>
            </a:r>
          </a:p>
          <a:p>
            <a:r>
              <a:rPr dirty="0"/>
              <a:t> Region Performance</a:t>
            </a:r>
          </a:p>
          <a:p>
            <a:r>
              <a:rPr dirty="0"/>
              <a:t> Monthly Trend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driven insights generated</a:t>
            </a:r>
          </a:p>
          <a:p>
            <a:r>
              <a:rPr dirty="0"/>
              <a:t> SQL validated findings</a:t>
            </a:r>
          </a:p>
          <a:p>
            <a:r>
              <a:rPr dirty="0"/>
              <a:t> Ready for interactive dashboard in Task-3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Task-2: EDA &amp; Business Intelligence</vt:lpstr>
      <vt:lpstr>Objective</vt:lpstr>
      <vt:lpstr>Python EDA Findings</vt:lpstr>
      <vt:lpstr>SQL Business Queries</vt:lpstr>
      <vt:lpstr>Dashboard KPIs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KOMMALAPATI CHANDRA BABU</cp:lastModifiedBy>
  <cp:revision>2</cp:revision>
  <dcterms:created xsi:type="dcterms:W3CDTF">2013-01-27T09:14:16Z</dcterms:created>
  <dcterms:modified xsi:type="dcterms:W3CDTF">2026-02-07T12:47:26Z</dcterms:modified>
  <cp:category/>
</cp:coreProperties>
</file>