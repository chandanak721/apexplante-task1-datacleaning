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Task-2 Dashboard Mockup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Revenue, Profit, Trend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