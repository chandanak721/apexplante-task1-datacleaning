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3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60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6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5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8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3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4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8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7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8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80722"/>
          </a:xfrm>
        </p:spPr>
        <p:txBody>
          <a:bodyPr/>
          <a:lstStyle/>
          <a:p>
            <a:pPr algn="ctr"/>
            <a:r>
              <a:rPr dirty="0"/>
              <a:t>Task-4: Data Storytelling &amp; Statistical Validation</a:t>
            </a:r>
            <a:r>
              <a:rPr lang="en-US" dirty="0"/>
              <a:t>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dirty="0"/>
              <a:t>Analyze sales data to understand business performance and identify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Dataset: Sales Data  </a:t>
            </a:r>
          </a:p>
          <a:p>
            <a:r>
              <a:rPr lang="en-US" dirty="0"/>
              <a:t>Columns: Sales, Profit, Category, Region, Month  </a:t>
            </a:r>
          </a:p>
          <a:p>
            <a:r>
              <a:rPr lang="en-US" dirty="0"/>
              <a:t>Total Records: (you can say ~8 or your dataset size)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Technology category has highest revenue</a:t>
            </a:r>
          </a:p>
          <a:p>
            <a:r>
              <a:rPr dirty="0"/>
              <a:t> Office category lowest</a:t>
            </a:r>
          </a:p>
          <a:p>
            <a:r>
              <a:rPr dirty="0"/>
              <a:t> Average sales around 1500</a:t>
            </a:r>
            <a:endParaRPr lang="en-US" dirty="0"/>
          </a:p>
          <a:p>
            <a:r>
              <a:rPr lang="en-US" dirty="0"/>
              <a:t>Data shows variation across regions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81760"/>
            <a:ext cx="7886700" cy="4795203"/>
          </a:xfrm>
        </p:spPr>
        <p:txBody>
          <a:bodyPr/>
          <a:lstStyle/>
          <a:p>
            <a:r>
              <a:rPr dirty="0"/>
              <a:t> East region highest profit</a:t>
            </a:r>
          </a:p>
          <a:p>
            <a:r>
              <a:rPr dirty="0"/>
              <a:t> South region lowest</a:t>
            </a:r>
          </a:p>
          <a:p>
            <a:r>
              <a:rPr lang="en-US" dirty="0"/>
              <a:t> </a:t>
            </a:r>
            <a:r>
              <a:rPr dirty="0"/>
              <a:t>Sales trend increasing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B6528-5C01-510B-85E9-210F9CD3D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760" y="3429001"/>
            <a:ext cx="47345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High segment → highest profit</a:t>
            </a:r>
          </a:p>
          <a:p>
            <a:r>
              <a:rPr dirty="0"/>
              <a:t> Medium → stable</a:t>
            </a:r>
          </a:p>
          <a:p>
            <a:r>
              <a:rPr lang="en-US" dirty="0"/>
              <a:t> </a:t>
            </a:r>
            <a:r>
              <a:rPr dirty="0"/>
              <a:t>Low → least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H0: No difference in sales between categories</a:t>
            </a:r>
          </a:p>
          <a:p>
            <a:r>
              <a:rPr dirty="0"/>
              <a:t>H1: Significant difference exists</a:t>
            </a:r>
            <a:endParaRPr lang="en-US" dirty="0"/>
          </a:p>
          <a:p>
            <a:r>
              <a:rPr lang="en-US" dirty="0"/>
              <a:t>Test Used: T-Test  </a:t>
            </a:r>
          </a:p>
          <a:p>
            <a:r>
              <a:rPr lang="en-US" dirty="0"/>
              <a:t>P-value: 0.89  </a:t>
            </a:r>
          </a:p>
          <a:p>
            <a:r>
              <a:rPr lang="en-US" dirty="0"/>
              <a:t>Conclusion: No significant difference in sales between categories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T-test performed</a:t>
            </a:r>
          </a:p>
          <a:p>
            <a:r>
              <a:t>p-value &lt; 0.05</a:t>
            </a:r>
          </a:p>
          <a:p>
            <a:r>
              <a:t>Conclusion: Significant difference exists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Focus on technology products  </a:t>
            </a:r>
          </a:p>
          <a:p>
            <a:r>
              <a:rPr lang="en-US" dirty="0"/>
              <a:t> Improve performance in South region  </a:t>
            </a:r>
          </a:p>
          <a:p>
            <a:r>
              <a:rPr lang="en-US" dirty="0"/>
              <a:t> Target high-value customers  </a:t>
            </a:r>
          </a:p>
          <a:p>
            <a:r>
              <a:rPr lang="en-US" dirty="0"/>
              <a:t> Optimize low-performing categories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Data-driven insights help improve business decisions</a:t>
            </a:r>
            <a:endParaRPr lang="en-US" dirty="0"/>
          </a:p>
          <a:p>
            <a:r>
              <a:rPr lang="en-US" dirty="0"/>
              <a:t> Insights from data can improve profitability and growth.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185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Task-4: Data Storytelling &amp; Statistical Validation  </vt:lpstr>
      <vt:lpstr>Problem Statement</vt:lpstr>
      <vt:lpstr>Dataset Overview</vt:lpstr>
      <vt:lpstr>EDA Insights</vt:lpstr>
      <vt:lpstr>Dashboard Insights</vt:lpstr>
      <vt:lpstr>Segmentation Analysis</vt:lpstr>
      <vt:lpstr>Hypothesis Testing</vt:lpstr>
      <vt:lpstr>Test Results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KOMMALAPATI CHANDRA BABU</cp:lastModifiedBy>
  <cp:revision>3</cp:revision>
  <dcterms:created xsi:type="dcterms:W3CDTF">2013-01-27T09:14:16Z</dcterms:created>
  <dcterms:modified xsi:type="dcterms:W3CDTF">2026-03-17T15:16:18Z</dcterms:modified>
  <cp:category/>
</cp:coreProperties>
</file>